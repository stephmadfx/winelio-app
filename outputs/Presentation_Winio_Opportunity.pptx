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914400"/>
            <a:ext cx="365760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031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Poppins"/>
              </a:defRPr>
            </a:pPr>
            <a:r>
              <a:t>Une opportunité pour développer un revenu complémentaire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defRPr sz="1600">
                <a:solidFill>
                  <a:srgbClr val="DCE1E6"/>
                </a:solidFill>
                <a:latin typeface="Poppins"/>
              </a:defRPr>
            </a:pPr>
            <a:r>
              <a:t>Merci d'être présents.</a:t>
            </a:r>
            <a:br/>
            <a:r>
              <a:t>Aujourd'hui, nous allons vous présenter une opportunité simple, accessible et compatible avec votre activité actuelle.</a:t>
            </a:r>
            <a:br/>
            <a:r>
              <a:t>L'objectif n'est pas de remplacer votre emploi, mais de découvrir comment générer un complément de revenu grâce au réseau et aux recommandations.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572000"/>
            <a:ext cx="9448495" cy="1280160"/>
          </a:xfrm>
          <a:prstGeom prst="roundRect">
            <a:avLst/>
          </a:prstGeom>
          <a:solidFill>
            <a:srgbClr val="353B3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709160"/>
            <a:ext cx="889985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6B35"/>
                </a:solidFill>
                <a:latin typeface="Poppins"/>
              </a:defRPr>
            </a:pPr>
            <a:r>
              <a:t>QUESTION D'ACCROCHE :</a:t>
            </a:r>
          </a:p>
          <a:p>
            <a:pPr algn="ctr">
              <a:defRPr sz="1600" i="1">
                <a:solidFill>
                  <a:srgbClr val="FFFFFF"/>
                </a:solidFill>
                <a:latin typeface="Poppins"/>
              </a:defRPr>
            </a:pPr>
            <a:r>
              <a:t>Si vous pouviez gagner 200 €, 300 €, 500 € ou plus chaque mois sans changer votre activité principale, qu'est-ce que cela changerait dans votre quotidien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609539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390" y="6675120"/>
            <a:ext cx="6096304" cy="18288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Pourquoi chercher un complément de revenu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D3436"/>
                </a:solidFill>
                <a:latin typeface="Poppins"/>
              </a:defRPr>
            </a:pPr>
            <a:r>
              <a:t>Hausse du coût de la vie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Inflation constante touchant les dépenses quotidiennes.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87752"/>
            <a:ext cx="4754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79192"/>
            <a:ext cx="54864" cy="59436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79192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D3436"/>
                </a:solidFill>
                <a:latin typeface="Poppins"/>
              </a:defRPr>
            </a:pPr>
            <a:r>
              <a:t>Pouvoir d'achat sous pression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Des salaires stables face à des coûts de vie croissants.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9584"/>
            <a:ext cx="4754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21024"/>
            <a:ext cx="54864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21024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D3436"/>
                </a:solidFill>
                <a:latin typeface="Poppins"/>
              </a:defRPr>
            </a:pPr>
            <a:r>
              <a:t>Besoin de sécuriser ses finances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Disposer d'une épargne de précaution ou d'une sécurité.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71416"/>
            <a:ext cx="4754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562856"/>
            <a:ext cx="54864" cy="59436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62856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D3436"/>
                </a:solidFill>
                <a:latin typeface="Poppins"/>
              </a:defRPr>
            </a:pPr>
            <a:r>
              <a:t>Recherche de liberté financière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Pouvoir financer des envies et projets sans restriction.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4805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7931E"/>
                </a:solidFill>
                <a:latin typeface="Poppins"/>
              </a:defRPr>
            </a:pPr>
            <a:r>
              <a:t>LE CONTEXTE</a:t>
            </a:r>
          </a:p>
          <a:p>
            <a:pPr>
              <a:spcBef>
                <a:spcPts val="800"/>
              </a:spcBef>
              <a:defRPr sz="1500">
                <a:solidFill>
                  <a:srgbClr val="3D4A52"/>
                </a:solidFill>
                <a:latin typeface="Poppins"/>
              </a:defRPr>
            </a:pPr>
            <a:r>
              <a:t>Aujourd'hui, de nombreuses personnes développent une double activité pour :</a:t>
            </a:r>
            <a:br/>
            <a:br/>
            <a:r>
              <a:t>•  Améliorer leur confort de vie</a:t>
            </a:r>
            <a:br/>
            <a:r>
              <a:t>•  Financer de nouveaux projets</a:t>
            </a:r>
            <a:br/>
            <a:r>
              <a:t>•  Préparer des vacances de rêve</a:t>
            </a:r>
            <a:br/>
            <a:r>
              <a:t>•  Gagner en sérénité financière face à l'imprévu.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Winio  |  Opportunité de revenu complémentaire  |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Quels sont vos objectifs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D3436"/>
                </a:solidFill>
                <a:latin typeface="Poppins"/>
              </a:defRPr>
            </a:pPr>
            <a:r>
              <a:t>200 € / mois</a:t>
            </a:r>
          </a:p>
          <a:p>
            <a:pPr>
              <a:spcAft>
                <a:spcPts val="1000"/>
              </a:spcAft>
              <a:defRPr sz="1300" b="1">
                <a:solidFill>
                  <a:srgbClr val="F7931E"/>
                </a:solidFill>
                <a:latin typeface="Poppins"/>
              </a:defRPr>
            </a:pPr>
            <a:r>
              <a:t>Alléger son quotidien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Financer les loisirs, restos et sorties sans toucher au budget principal.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6B35"/>
                </a:solidFill>
                <a:latin typeface="Poppins"/>
              </a:defRPr>
            </a:pPr>
            <a:r>
              <a:t>500 € / mois</a:t>
            </a:r>
          </a:p>
          <a:p>
            <a:pPr>
              <a:spcAft>
                <a:spcPts val="1000"/>
              </a:spcAft>
              <a:defRPr sz="1300" b="1">
                <a:solidFill>
                  <a:srgbClr val="F7931E"/>
                </a:solidFill>
                <a:latin typeface="Poppins"/>
              </a:defRPr>
            </a:pPr>
            <a:r>
              <a:t>Sérénité mensuelle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Prendre en charge des factures d'énergie, assurance ou remboursement de crédit.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F6B35"/>
                </a:solidFill>
                <a:latin typeface="Poppins"/>
              </a:defRPr>
            </a:pPr>
            <a:r>
              <a:t>1 000 €+ / mois</a:t>
            </a:r>
          </a:p>
          <a:p>
            <a:pPr>
              <a:spcAft>
                <a:spcPts val="1000"/>
              </a:spcAft>
              <a:defRPr sz="1300" b="1">
                <a:solidFill>
                  <a:srgbClr val="F7931E"/>
                </a:solidFill>
                <a:latin typeface="Poppins"/>
              </a:defRPr>
            </a:pPr>
            <a:r>
              <a:t>Accélérateur de projets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Financer de grands voyages, travaux ou l'achat d'un nouveau véhicule.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D3436"/>
                </a:solidFill>
                <a:latin typeface="Poppins"/>
              </a:defRPr>
            </a:pPr>
            <a:r>
              <a:t>Long terme</a:t>
            </a:r>
          </a:p>
          <a:p>
            <a:pPr>
              <a:spcAft>
                <a:spcPts val="1000"/>
              </a:spcAft>
              <a:defRPr sz="1300" b="1">
                <a:solidFill>
                  <a:srgbClr val="F7931E"/>
                </a:solidFill>
                <a:latin typeface="Poppins"/>
              </a:defRPr>
            </a:pPr>
            <a:r>
              <a:t>Activité indépendante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Bâtir une véritable activité sur le long terme avec des revenus évolutifs.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D4A52"/>
                </a:solidFill>
                <a:latin typeface="Poppins"/>
              </a:defRPr>
            </a:pPr>
            <a:r>
              <a:t>MESSAGE CLÉ :</a:t>
            </a:r>
          </a:p>
          <a:p>
            <a:pPr>
              <a:defRPr sz="1500" i="1">
                <a:solidFill>
                  <a:srgbClr val="2D3436"/>
                </a:solidFill>
                <a:latin typeface="Poppins"/>
              </a:defRPr>
            </a:pPr>
            <a:r>
              <a:t>Il n'existe pas un seul objectif. Chacun avance à son propre rythme, selon ses ambitions et sa disponibilité.</a:t>
            </a:r>
            <a:br/>
            <a:r>
              <a:t>L'activité s'adapte à votre vie, et non l'inverse.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Winio  |  Opportunité de revenu complémentaire  |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La solution : Winio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6B35"/>
                </a:solidFill>
                <a:latin typeface="Poppins"/>
              </a:defRPr>
            </a:pPr>
            <a:r>
              <a:t>Qu'est-ce que Winio ?</a:t>
            </a:r>
          </a:p>
          <a:p>
            <a:pPr>
              <a:spcAft>
                <a:spcPts val="14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 Présentation rapide de l'application : Une interface moderne pour connecter les particuliers aux professionnels.</a:t>
            </a:r>
          </a:p>
          <a:p>
            <a:pPr>
              <a:spcAft>
                <a:spcPts val="14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 Concept simple et accessible : Pas besoin de compétences techniques complexes, l'application vous guide.</a:t>
            </a:r>
          </a:p>
          <a:p>
            <a:pPr>
              <a:spcAft>
                <a:spcPts val="14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 Développement basé sur les recommandations : Valorisez le bouche-à-oreille et votre réseau existant.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3657600"/>
          </a:xfrm>
          <a:prstGeom prst="roundRect">
            <a:avLst/>
          </a:prstGeom>
          <a:solidFill>
            <a:srgbClr val="2D34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56032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4800">
                <a:latin typeface="Arial"/>
              </a:defRPr>
            </a:pPr>
            <a:r>
              <a:t>🎥</a:t>
            </a:r>
          </a:p>
          <a:p>
            <a:pPr algn="ctr">
              <a:defRPr sz="1600" b="1">
                <a:solidFill>
                  <a:srgbClr val="FFFFFF"/>
                </a:solidFill>
                <a:latin typeface="Poppins"/>
              </a:defRPr>
            </a:pPr>
            <a:r>
              <a:t>Vidéo de présentation Winio</a:t>
            </a:r>
          </a:p>
          <a:p>
            <a:pPr algn="ctr">
              <a:defRPr sz="1200">
                <a:solidFill>
                  <a:srgbClr val="636E72"/>
                </a:solidFill>
                <a:latin typeface="Poppins"/>
              </a:defRPr>
            </a:pPr>
            <a:r>
              <a:t>[Cliquez pour lancer la vidéo]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Winio  |  Opportunité de revenu complémentaire  |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Un modèle simple et duplicable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6B35"/>
                </a:solidFill>
                <a:latin typeface="Poppins"/>
              </a:defRPr>
            </a:pPr>
            <a:r>
              <a:t>1. Utiliser</a:t>
            </a:r>
          </a:p>
          <a:p>
            <a:pPr>
              <a:spcAft>
                <a:spcPts val="8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Utiliser l'application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Familiarisez-vous avec l'outil et découvrez la qualité de l'interface.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6B35"/>
                </a:solidFill>
                <a:latin typeface="Poppins"/>
              </a:defRPr>
            </a:pPr>
            <a:r>
              <a:t>2. Partager</a:t>
            </a:r>
          </a:p>
          <a:p>
            <a:pPr>
              <a:spcAft>
                <a:spcPts val="8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Partager son expérience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Parlez de l'application et de ses services autour de vous naturellement.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6B35"/>
                </a:solidFill>
                <a:latin typeface="Poppins"/>
              </a:defRPr>
            </a:pPr>
            <a:r>
              <a:t>3. Développer</a:t>
            </a:r>
          </a:p>
          <a:p>
            <a:pPr>
              <a:spcAft>
                <a:spcPts val="8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Développer son réseau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Invitez vos connaissances à utiliser Winio pour créer votre communauté.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6B35"/>
                </a:solidFill>
                <a:latin typeface="Poppins"/>
              </a:defRPr>
            </a:pPr>
            <a:r>
              <a:t>4. Accompagner</a:t>
            </a:r>
          </a:p>
          <a:p>
            <a:pPr>
              <a:spcAft>
                <a:spcPts val="8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Accompagner le réseau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Guidez les personnes de votre réseau qui souhaitent faire la même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728655" cy="1371600"/>
          </a:xfrm>
          <a:prstGeom prst="roundRect">
            <a:avLst/>
          </a:prstGeom>
          <a:solidFill>
            <a:srgbClr val="FFF5F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99971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6B35"/>
                </a:solidFill>
                <a:latin typeface="Poppins"/>
              </a:defRPr>
            </a:pPr>
            <a:r>
              <a:t>MESSAGE CLÉ :</a:t>
            </a:r>
          </a:p>
          <a:p>
            <a:pPr>
              <a:defRPr sz="1450">
                <a:solidFill>
                  <a:srgbClr val="3D4A52"/>
                </a:solidFill>
                <a:latin typeface="Poppins"/>
              </a:defRPr>
            </a:pPr>
            <a:r>
              <a:t>Pas besoin d'être un expert, un influenceur ou un commercial aguerri. Le système de Winio repose entièrement sur la simplicité et la duplication d'actions faciles à réaliser.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Winio  |  Opportunité de revenu complémentaire  |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Votre potentiel de développement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6B35"/>
                </a:solidFill>
                <a:latin typeface="Poppins"/>
              </a:defRPr>
            </a:pPr>
            <a:r>
              <a:t>Le Simulateur de Gains</a:t>
            </a:r>
          </a:p>
          <a:p>
            <a:pPr>
              <a:spcAft>
                <a:spcPts val="14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 Présentation du simulateur de gains : Un outil interactif pour modéliser vos revenus potentiels selon vos actions.</a:t>
            </a:r>
          </a:p>
          <a:p>
            <a:pPr>
              <a:spcAft>
                <a:spcPts val="14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 Visualisation des différents scénarios : Observez ce que rapporte le parrainage direct et indirect.</a:t>
            </a:r>
          </a:p>
          <a:p>
            <a:pPr>
              <a:spcAft>
                <a:spcPts val="14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 Comprendre l'impact de la régularité : La clé de la réussite réside dans de petites actions régulières plutôt que des efforts ponctuels.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7649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32785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7931E"/>
                </a:solidFill>
                <a:latin typeface="Poppins"/>
              </a:defRPr>
            </a:pPr>
            <a:r>
              <a:t>SIMULATEUR DE REVENUS</a:t>
            </a:r>
          </a:p>
          <a:p>
            <a:pPr>
              <a:spcAft>
                <a:spcPts val="1600"/>
              </a:spcAft>
              <a:defRPr sz="1300">
                <a:solidFill>
                  <a:srgbClr val="3D4A52"/>
                </a:solidFill>
                <a:latin typeface="Consolas"/>
              </a:defRPr>
            </a:pPr>
            <a:r>
              <a:t>Recommandations personnelles :  5 / mois</a:t>
            </a:r>
            <a:br/>
            <a:r>
              <a:t>Partenaires parrainés (Niv 1) :      3</a:t>
            </a:r>
            <a:br/>
            <a:r>
              <a:t>Partenaires indirects (Niv 2-5) :   12</a:t>
            </a:r>
          </a:p>
          <a:p>
            <a:pPr>
              <a:spcAft>
                <a:spcPts val="1600"/>
              </a:spcAft>
              <a:defRPr sz="1800" b="1">
                <a:solidFill>
                  <a:srgbClr val="FF6B35"/>
                </a:solidFill>
                <a:latin typeface="Poppins"/>
              </a:defRPr>
            </a:pPr>
            <a:r>
              <a:t>REVENUS ESTIMÉS : 420 € / mois</a:t>
            </a:r>
          </a:p>
          <a:p>
            <a:pPr>
              <a:defRPr sz="1300" i="1" b="1">
                <a:solidFill>
                  <a:srgbClr val="2D3436"/>
                </a:solidFill>
                <a:latin typeface="Poppins"/>
              </a:defRPr>
            </a:pPr>
            <a:r>
              <a:t>Et si votre réseau travaillait avec vous pour atteindre vos objectifs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Winio  |  Opportunité de revenu complémentaire  |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Une opportunité flexible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6B35"/>
                </a:solidFill>
                <a:latin typeface="Poppins"/>
              </a:defRPr>
            </a:pPr>
            <a:r>
              <a:t>COMPATIBLE SALARIAT</a:t>
            </a:r>
          </a:p>
          <a:p>
            <a:pPr>
              <a:spcBef>
                <a:spcPts val="800"/>
              </a:spcBef>
              <a:defRPr sz="1300">
                <a:solidFill>
                  <a:srgbClr val="3D4A52"/>
                </a:solidFill>
                <a:latin typeface="Poppins"/>
              </a:defRPr>
            </a:pPr>
            <a:r>
              <a:t>•  Zéro conflit d'intérêt : L'apport d'affaires s'effectue sur votre temps libre.</a:t>
            </a:r>
            <a:br/>
            <a:r>
              <a:t>•  Sécurité d'emploi : Vous conservez votre salaire fixe à 100%.</a:t>
            </a:r>
            <a:br/>
            <a:r>
              <a:t>•  Revenu additionnel : Pas de pression de chiffre d'affaires, chaque recommandation validée est un bonus.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7931E"/>
                </a:solidFill>
                <a:latin typeface="Poppins"/>
              </a:defRPr>
            </a:pPr>
            <a:r>
              <a:t>COMPATIBLE INDÉPENDANT</a:t>
            </a:r>
          </a:p>
          <a:p>
            <a:pPr>
              <a:spcBef>
                <a:spcPts val="800"/>
              </a:spcBef>
              <a:defRPr sz="1300">
                <a:solidFill>
                  <a:srgbClr val="3D4A52"/>
                </a:solidFill>
                <a:latin typeface="Poppins"/>
              </a:defRPr>
            </a:pPr>
            <a:r>
              <a:t>•  Synergie d'affaires : Recommandez des services complémentaires à vos propres clients.</a:t>
            </a:r>
            <a:br/>
            <a:r>
              <a:t>•  Monétisation du réseau : Valorisez les contacts que vous ne pouvez pas traiter directement.</a:t>
            </a:r>
            <a:br/>
            <a:r>
              <a:t>•  Diversification des revenus : Créez une nouvelle source de revenus récurrents.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101800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6B35"/>
                </a:solidFill>
                <a:latin typeface="Poppins"/>
              </a:defRPr>
            </a:pPr>
            <a:r>
              <a:t>Gestion libre de son temps &amp; Développement progressif :</a:t>
            </a:r>
          </a:p>
          <a:p>
            <a:pPr>
              <a:defRPr sz="1400">
                <a:solidFill>
                  <a:srgbClr val="2D3436"/>
                </a:solidFill>
                <a:latin typeface="Poppins"/>
              </a:defRPr>
            </a:pPr>
            <a:r>
              <a:t>Message clé : Vous gardez votre activité principale et vous avancez entièrement à votre propre rythme.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Winio  |  Opportunité de revenu complémentaire  |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Qu'est-ce qui vous empêcherait de démarrer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2D3436"/>
                </a:solidFill>
                <a:latin typeface="Poppins"/>
              </a:defRPr>
            </a:pPr>
            <a:r>
              <a:t>Manque de temps ?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L'activité ne requiert que quelques heures par semaine à planifier à votre guise.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06324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2D3436"/>
                </a:solidFill>
                <a:latin typeface="Poppins"/>
              </a:defRPr>
            </a:pPr>
            <a:r>
              <a:t>Manque d'expérience ?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Aucun prérequis. Winio fournit les outils et des modèles pas-à-pas.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16052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97764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2D3436"/>
                </a:solidFill>
                <a:latin typeface="Poppins"/>
              </a:defRPr>
            </a:pPr>
            <a:r>
              <a:t>Manque de confiance ?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Le parrainage signifie que vous n'êtes jamais seul. Vous êtes guidé par votre sponsor.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525780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7492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2D3436"/>
                </a:solidFill>
                <a:latin typeface="Poppins"/>
              </a:defRPr>
            </a:pPr>
            <a:r>
              <a:t>Peur de ne pas savoir faire ?</a:t>
            </a:r>
          </a:p>
          <a:p>
            <a:pPr>
              <a:defRPr sz="1100">
                <a:solidFill>
                  <a:srgbClr val="636E72"/>
                </a:solidFill>
                <a:latin typeface="Poppins"/>
              </a:defRPr>
            </a:pPr>
            <a:r>
              <a:t>La recommandation est naturelle : nous recommandons déjà tous des restos ou des films 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2D343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44805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0"/>
              </a:spcAft>
              <a:defRPr sz="1200" b="1">
                <a:solidFill>
                  <a:srgbClr val="FF6B35"/>
                </a:solidFill>
                <a:latin typeface="Poppins"/>
              </a:defRPr>
            </a:pPr>
            <a:r>
              <a:t>NOTRE VISION</a:t>
            </a:r>
          </a:p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Poppins"/>
              </a:defRPr>
            </a:pPr>
            <a:r>
              <a:t>Chaque réussite commence par une décision.</a:t>
            </a:r>
          </a:p>
          <a:p>
            <a:pPr>
              <a:defRPr sz="1500">
                <a:solidFill>
                  <a:srgbClr val="DCE1E6"/>
                </a:solidFill>
                <a:latin typeface="Poppins"/>
              </a:defRPr>
            </a:pPr>
            <a:r>
              <a:t>L'importante décision n'est pas de tout maîtriser aujourd'hui, mais d'être simplement prêt à apprendre et à avancer ensemble.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Winio  |  Opportunité de revenu complémentaire  |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oppins"/>
              </a:defRPr>
            </a:pPr>
            <a:r>
              <a:t>Votre prochaine étape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353B3D"/>
          </a:solidFill>
          <a:ln w="1270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6B35"/>
                </a:solidFill>
                <a:latin typeface="Poppins"/>
              </a:defRPr>
            </a:pPr>
            <a:r>
              <a:t>1. DÉFINIR</a:t>
            </a:r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  <a:latin typeface="Poppins"/>
              </a:defRPr>
            </a:pPr>
            <a:r>
              <a:t>Définissez votre objectif</a:t>
            </a:r>
          </a:p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Combien souhaitez-vous gagner chaque mois pour démarrer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645920"/>
          </a:xfrm>
          <a:prstGeom prst="roundRect">
            <a:avLst/>
          </a:prstGeom>
          <a:solidFill>
            <a:srgbClr val="353B3D"/>
          </a:solidFill>
          <a:ln w="1270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6B35"/>
                </a:solidFill>
                <a:latin typeface="Poppins"/>
              </a:defRPr>
            </a:pPr>
            <a:r>
              <a:t>2. DÉCOUVRIR</a:t>
            </a:r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  <a:latin typeface="Poppins"/>
              </a:defRPr>
            </a:pPr>
            <a:r>
              <a:t>Découvrez le potentiel</a:t>
            </a:r>
          </a:p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Explorez l'application, testez le simulateur et posez vos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645920"/>
          </a:xfrm>
          <a:prstGeom prst="roundRect">
            <a:avLst/>
          </a:prstGeom>
          <a:solidFill>
            <a:srgbClr val="353B3D"/>
          </a:solidFill>
          <a:ln w="1270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6B35"/>
                </a:solidFill>
                <a:latin typeface="Poppins"/>
              </a:defRPr>
            </a:pPr>
            <a:r>
              <a:t>3. APPRENDRE</a:t>
            </a:r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  <a:latin typeface="Poppins"/>
              </a:defRPr>
            </a:pPr>
            <a:r>
              <a:t>Faites-vous accompagner</a:t>
            </a:r>
          </a:p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Intégrez le réseau avec votre parrain pour être guidé pas-à-pas.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645920"/>
          </a:xfrm>
          <a:prstGeom prst="roundRect">
            <a:avLst/>
          </a:prstGeom>
          <a:solidFill>
            <a:srgbClr val="353B3D"/>
          </a:solidFill>
          <a:ln w="1905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8308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7931E"/>
                </a:solidFill>
                <a:latin typeface="Poppins"/>
              </a:defRPr>
            </a:pPr>
            <a:r>
              <a:t>4. DÉMARRER</a:t>
            </a:r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  <a:latin typeface="Poppins"/>
              </a:defRPr>
            </a:pPr>
            <a:r>
              <a:t>Commencez dès aujourd'hui</a:t>
            </a:r>
          </a:p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Activez votre compte de parrainage et invitez vos premiers contacts.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728655" cy="1828800"/>
          </a:xfrm>
          <a:prstGeom prst="rect">
            <a:avLst/>
          </a:prstGeom>
          <a:solidFill>
            <a:srgbClr val="353B3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59"/>
            <a:ext cx="999713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800" b="1" i="1">
                <a:solidFill>
                  <a:srgbClr val="FFFFFF"/>
                </a:solidFill>
                <a:latin typeface="Poppins"/>
              </a:defRPr>
            </a:pPr>
            <a:r>
              <a:t>Votre situation actuelle est le résultat des décisions prises hier.</a:t>
            </a:r>
            <a:br/>
            <a:r>
              <a:t>Votre avenir dépend des décisions que vous prenez aujourd'hui.</a:t>
            </a:r>
          </a:p>
          <a:p>
            <a:pPr algn="ctr">
              <a:defRPr sz="1400">
                <a:solidFill>
                  <a:srgbClr val="FF6B35"/>
                </a:solidFill>
                <a:latin typeface="Poppins"/>
              </a:defRPr>
            </a:pPr>
            <a:r>
              <a:t>Prenez la bonne décision pour vos finances et commencez à bâtir dès maintenant.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Winio  |  Recommandez. Connectez. Développez.  |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